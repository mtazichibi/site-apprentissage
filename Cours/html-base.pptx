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GitHub Pages</a:t>
            </a:r>
          </a:p>
          <a:p>
            <a:pPr>
              <a:spcBef>
                <a:spcPts val="600"/>
              </a:spcBef>
            </a:pPr>
            <a:r>
              <a:rPr sz="2400">
                <a:solidFill>
                  <a:srgbClr val="2563EB"/>
                </a:solidFill>
              </a:rPr>
              <a:t>Créer et publier un site simple en ligne.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108960"/>
            <a:ext cx="3840480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563EB"/>
                </a:solidFill>
              </a:rPr>
              <a:t>Cours d'introduction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GitHub Pages — HTML de 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Objectifs du cours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75569"/>
                </a:solidFill>
              </a:rPr>
              <a:t>Découvrir les bases pour publier un site statique avec GitHub Pages.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Comprendre le rôle de GitHub Pages.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Créer un dépôt avec index.html et style.css.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Publier le site et vérifier le résultat en ligne.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GitHub Pages — HTML de 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Préparer le dépôt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75569"/>
                </a:solidFill>
              </a:rPr>
              <a:t>Le site doit contenir des fichiers simples et bien organisés.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index.html contient la structure de la page.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style.css contient la mise en forme visuelle.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Les ressources du cours peuvent être placées dans un dossier cours/.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GitHub Pages — HTML de 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Créer la page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75569"/>
                </a:solidFill>
              </a:rPr>
              <a:t>Le HTML organise le contenu, le CSS améliore l'apparence.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89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F172A"/>
                </a:solidFill>
                <a:latin typeface="Consolas"/>
              </a:rPr>
              <a:t>&lt;!DOCTYPE html&gt;</a:t>
            </a:r>
          </a:p>
          <a:p>
            <a:r>
              <a:rPr sz="1600">
                <a:solidFill>
                  <a:srgbClr val="0F172A"/>
                </a:solidFill>
                <a:latin typeface="Consolas"/>
              </a:rPr>
              <a:t>&lt;html lang="fr"&gt;</a:t>
            </a:r>
          </a:p>
          <a:p>
            <a:r>
              <a:rPr sz="1600">
                <a:solidFill>
                  <a:srgbClr val="0F172A"/>
                </a:solidFill>
                <a:latin typeface="Consolas"/>
              </a:rPr>
              <a:t>&lt;head&gt;</a:t>
            </a:r>
          </a:p>
          <a:p>
            <a:r>
              <a:rPr sz="1600">
                <a:solidFill>
                  <a:srgbClr val="0F172A"/>
                </a:solidFill>
                <a:latin typeface="Consolas"/>
              </a:rPr>
              <a:t>  &lt;meta charset="UTF-8"&gt;</a:t>
            </a:r>
          </a:p>
          <a:p>
            <a:r>
              <a:rPr sz="1600">
                <a:solidFill>
                  <a:srgbClr val="0F172A"/>
                </a:solidFill>
                <a:latin typeface="Consolas"/>
              </a:rPr>
              <a:t>  &lt;link rel="stylesheet" href="style.css"&gt;</a:t>
            </a:r>
          </a:p>
          <a:p>
            <a:r>
              <a:rPr sz="1600">
                <a:solidFill>
                  <a:srgbClr val="0F172A"/>
                </a:solidFill>
                <a:latin typeface="Consolas"/>
              </a:rPr>
              <a:t>&lt;/head&gt;</a:t>
            </a:r>
          </a:p>
          <a:p>
            <a:r>
              <a:rPr sz="1600">
                <a:solidFill>
                  <a:srgbClr val="0F172A"/>
                </a:solidFill>
                <a:latin typeface="Consolas"/>
              </a:rPr>
              <a:t>&lt;body&gt;</a:t>
            </a:r>
          </a:p>
          <a:p>
            <a:r>
              <a:rPr sz="1600">
                <a:solidFill>
                  <a:srgbClr val="0F172A"/>
                </a:solidFill>
                <a:latin typeface="Consolas"/>
              </a:rPr>
              <a:t>  &lt;h1&gt;Mon site&lt;/h1&gt;</a:t>
            </a:r>
          </a:p>
          <a:p>
            <a:r>
              <a:rPr sz="1600">
                <a:solidFill>
                  <a:srgbClr val="0F172A"/>
                </a:solidFill>
                <a:latin typeface="Consolas"/>
              </a:rPr>
              <a:t>&lt;/body&gt;</a:t>
            </a:r>
          </a:p>
          <a:p>
            <a:r>
              <a:rPr sz="1600">
                <a:solidFill>
                  <a:srgbClr val="0F172A"/>
                </a:solidFill>
                <a:latin typeface="Consolas"/>
              </a:rPr>
              <a:t>&lt;/html&gt;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GitHub Pages — HTML de 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Publier sur GitHub Pages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75569"/>
                </a:solidFill>
              </a:rPr>
              <a:t>Une fois les fichiers poussés, GitHub génère le site automatiquement.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Committer les fichiers dans la branche publiée.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Activer GitHub Pages dans les paramètres du dépôt.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Ouvrir l'URL du site et vérifier l'affichage.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GitHub Pages — HTML de 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Bonnes pratiques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75569"/>
                </a:solidFill>
              </a:rPr>
              <a:t>Organiser, tester et faire évoluer le 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Utiliser des noms de fichiers clairs.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Séparer contenu et style.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Tester le site après chaque modification importante.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GitHub Pages — HTML de 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